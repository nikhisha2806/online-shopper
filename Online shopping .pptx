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23" y="-589254"/>
            <a:ext cx="18307584" cy="12205056"/>
          </a:xfrm>
          <a:custGeom>
            <a:avLst/>
            <a:gdLst/>
            <a:ahLst/>
            <a:cxnLst/>
            <a:rect r="r" b="b" t="t" l="l"/>
            <a:pathLst>
              <a:path h="12205056" w="18307584">
                <a:moveTo>
                  <a:pt x="0" y="0"/>
                </a:moveTo>
                <a:lnTo>
                  <a:pt x="18307584" y="0"/>
                </a:lnTo>
                <a:lnTo>
                  <a:pt x="18307584" y="12205056"/>
                </a:lnTo>
                <a:lnTo>
                  <a:pt x="0" y="12205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37277" y="-584840"/>
            <a:ext cx="22148852" cy="10838800"/>
          </a:xfrm>
          <a:custGeom>
            <a:avLst/>
            <a:gdLst/>
            <a:ahLst/>
            <a:cxnLst/>
            <a:rect r="r" b="b" t="t" l="l"/>
            <a:pathLst>
              <a:path h="10838800" w="22148852">
                <a:moveTo>
                  <a:pt x="0" y="0"/>
                </a:moveTo>
                <a:lnTo>
                  <a:pt x="22148852" y="0"/>
                </a:lnTo>
                <a:lnTo>
                  <a:pt x="22148852" y="10838800"/>
                </a:lnTo>
                <a:lnTo>
                  <a:pt x="0" y="1083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1978" y="-395403"/>
            <a:ext cx="20135431" cy="10982962"/>
          </a:xfrm>
          <a:custGeom>
            <a:avLst/>
            <a:gdLst/>
            <a:ahLst/>
            <a:cxnLst/>
            <a:rect r="r" b="b" t="t" l="l"/>
            <a:pathLst>
              <a:path h="10982962" w="20135431">
                <a:moveTo>
                  <a:pt x="0" y="0"/>
                </a:moveTo>
                <a:lnTo>
                  <a:pt x="20135431" y="0"/>
                </a:lnTo>
                <a:lnTo>
                  <a:pt x="20135431" y="10982963"/>
                </a:lnTo>
                <a:lnTo>
                  <a:pt x="0" y="10982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4231" y="-114031"/>
            <a:ext cx="19040470" cy="10627239"/>
          </a:xfrm>
          <a:custGeom>
            <a:avLst/>
            <a:gdLst/>
            <a:ahLst/>
            <a:cxnLst/>
            <a:rect r="r" b="b" t="t" l="l"/>
            <a:pathLst>
              <a:path h="10627239" w="19040470">
                <a:moveTo>
                  <a:pt x="0" y="0"/>
                </a:moveTo>
                <a:lnTo>
                  <a:pt x="19040469" y="0"/>
                </a:lnTo>
                <a:lnTo>
                  <a:pt x="19040469" y="10627239"/>
                </a:lnTo>
                <a:lnTo>
                  <a:pt x="0" y="10627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564" y="-38714"/>
            <a:ext cx="18558276" cy="10358108"/>
          </a:xfrm>
          <a:custGeom>
            <a:avLst/>
            <a:gdLst/>
            <a:ahLst/>
            <a:cxnLst/>
            <a:rect r="r" b="b" t="t" l="l"/>
            <a:pathLst>
              <a:path h="10358108" w="18558276">
                <a:moveTo>
                  <a:pt x="0" y="0"/>
                </a:moveTo>
                <a:lnTo>
                  <a:pt x="18558276" y="0"/>
                </a:lnTo>
                <a:lnTo>
                  <a:pt x="18558276" y="10358108"/>
                </a:lnTo>
                <a:lnTo>
                  <a:pt x="0" y="10358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0013" y="-1049531"/>
            <a:ext cx="21922100" cy="11910432"/>
          </a:xfrm>
          <a:custGeom>
            <a:avLst/>
            <a:gdLst/>
            <a:ahLst/>
            <a:cxnLst/>
            <a:rect r="r" b="b" t="t" l="l"/>
            <a:pathLst>
              <a:path h="11910432" w="21922100">
                <a:moveTo>
                  <a:pt x="0" y="0"/>
                </a:moveTo>
                <a:lnTo>
                  <a:pt x="21922100" y="0"/>
                </a:lnTo>
                <a:lnTo>
                  <a:pt x="21922100" y="11910432"/>
                </a:lnTo>
                <a:lnTo>
                  <a:pt x="0" y="1191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6811" y="0"/>
            <a:ext cx="20524542" cy="10483759"/>
          </a:xfrm>
          <a:custGeom>
            <a:avLst/>
            <a:gdLst/>
            <a:ahLst/>
            <a:cxnLst/>
            <a:rect r="r" b="b" t="t" l="l"/>
            <a:pathLst>
              <a:path h="10483759" w="20524542">
                <a:moveTo>
                  <a:pt x="0" y="0"/>
                </a:moveTo>
                <a:lnTo>
                  <a:pt x="20524542" y="0"/>
                </a:lnTo>
                <a:lnTo>
                  <a:pt x="20524542" y="10483759"/>
                </a:lnTo>
                <a:lnTo>
                  <a:pt x="0" y="10483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3091" y="-646697"/>
            <a:ext cx="20352868" cy="11564129"/>
          </a:xfrm>
          <a:custGeom>
            <a:avLst/>
            <a:gdLst/>
            <a:ahLst/>
            <a:cxnLst/>
            <a:rect r="r" b="b" t="t" l="l"/>
            <a:pathLst>
              <a:path h="11564129" w="20352868">
                <a:moveTo>
                  <a:pt x="0" y="0"/>
                </a:moveTo>
                <a:lnTo>
                  <a:pt x="20352868" y="0"/>
                </a:lnTo>
                <a:lnTo>
                  <a:pt x="20352868" y="11564129"/>
                </a:lnTo>
                <a:lnTo>
                  <a:pt x="0" y="11564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772" y="-42335"/>
            <a:ext cx="17766455" cy="10329335"/>
          </a:xfrm>
          <a:custGeom>
            <a:avLst/>
            <a:gdLst/>
            <a:ahLst/>
            <a:cxnLst/>
            <a:rect r="r" b="b" t="t" l="l"/>
            <a:pathLst>
              <a:path h="10329335" w="17766455">
                <a:moveTo>
                  <a:pt x="0" y="0"/>
                </a:moveTo>
                <a:lnTo>
                  <a:pt x="17766456" y="0"/>
                </a:lnTo>
                <a:lnTo>
                  <a:pt x="17766456" y="10329335"/>
                </a:lnTo>
                <a:lnTo>
                  <a:pt x="0" y="103293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6634" y="-199287"/>
            <a:ext cx="18762452" cy="11194404"/>
          </a:xfrm>
          <a:custGeom>
            <a:avLst/>
            <a:gdLst/>
            <a:ahLst/>
            <a:cxnLst/>
            <a:rect r="r" b="b" t="t" l="l"/>
            <a:pathLst>
              <a:path h="11194404" w="18762452">
                <a:moveTo>
                  <a:pt x="0" y="0"/>
                </a:moveTo>
                <a:lnTo>
                  <a:pt x="18762452" y="0"/>
                </a:lnTo>
                <a:lnTo>
                  <a:pt x="18762452" y="11194405"/>
                </a:lnTo>
                <a:lnTo>
                  <a:pt x="0" y="1119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8747" y="-532055"/>
            <a:ext cx="19873824" cy="10990827"/>
          </a:xfrm>
          <a:custGeom>
            <a:avLst/>
            <a:gdLst/>
            <a:ahLst/>
            <a:cxnLst/>
            <a:rect r="r" b="b" t="t" l="l"/>
            <a:pathLst>
              <a:path h="10990827" w="19873824">
                <a:moveTo>
                  <a:pt x="0" y="0"/>
                </a:moveTo>
                <a:lnTo>
                  <a:pt x="19873824" y="0"/>
                </a:lnTo>
                <a:lnTo>
                  <a:pt x="19873824" y="10990826"/>
                </a:lnTo>
                <a:lnTo>
                  <a:pt x="0" y="10990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0886" y="-383497"/>
            <a:ext cx="18969773" cy="10670497"/>
          </a:xfrm>
          <a:custGeom>
            <a:avLst/>
            <a:gdLst/>
            <a:ahLst/>
            <a:cxnLst/>
            <a:rect r="r" b="b" t="t" l="l"/>
            <a:pathLst>
              <a:path h="10670497" w="18969773">
                <a:moveTo>
                  <a:pt x="0" y="0"/>
                </a:moveTo>
                <a:lnTo>
                  <a:pt x="18969772" y="0"/>
                </a:lnTo>
                <a:lnTo>
                  <a:pt x="18969772" y="10670497"/>
                </a:lnTo>
                <a:lnTo>
                  <a:pt x="0" y="1067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48470" y="-864769"/>
            <a:ext cx="25913212" cy="12003914"/>
          </a:xfrm>
          <a:custGeom>
            <a:avLst/>
            <a:gdLst/>
            <a:ahLst/>
            <a:cxnLst/>
            <a:rect r="r" b="b" t="t" l="l"/>
            <a:pathLst>
              <a:path h="12003914" w="25913212">
                <a:moveTo>
                  <a:pt x="0" y="0"/>
                </a:moveTo>
                <a:lnTo>
                  <a:pt x="25913212" y="0"/>
                </a:lnTo>
                <a:lnTo>
                  <a:pt x="25913212" y="12003914"/>
                </a:lnTo>
                <a:lnTo>
                  <a:pt x="0" y="12003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DAHXUE3vrAU</dc:identifier>
  <dcterms:modified xsi:type="dcterms:W3CDTF">2011-08-01T06:04:30Z</dcterms:modified>
  <cp:revision>1</cp:revision>
  <dc:title>Online shopping </dc:title>
</cp:coreProperties>
</file>